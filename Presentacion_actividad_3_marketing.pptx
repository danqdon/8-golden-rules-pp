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11/6/2021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5C0B3-5663-4B59-961D-47C082662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47062F-B620-4FE5-A1A5-527652602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3925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B7FD0-DE59-4582-AA15-F98B689B6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PRINCIPALES Redes sociales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06F6CE-4989-487F-BF0F-D9F868C68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005" y="2015732"/>
            <a:ext cx="9759850" cy="3511561"/>
          </a:xfrm>
        </p:spPr>
        <p:txBody>
          <a:bodyPr/>
          <a:lstStyle/>
          <a:p>
            <a:r>
              <a:rPr lang="es-ES" dirty="0"/>
              <a:t>Facebook</a:t>
            </a:r>
          </a:p>
          <a:p>
            <a:r>
              <a:rPr lang="es-ES" dirty="0"/>
              <a:t>LinkedIn</a:t>
            </a:r>
          </a:p>
          <a:p>
            <a:r>
              <a:rPr lang="es-ES" dirty="0"/>
              <a:t>Twitter</a:t>
            </a:r>
          </a:p>
          <a:p>
            <a:r>
              <a:rPr lang="es-ES" dirty="0"/>
              <a:t>Instagram</a:t>
            </a:r>
          </a:p>
        </p:txBody>
      </p:sp>
      <p:pic>
        <p:nvPicPr>
          <p:cNvPr id="1026" name="Picture 2" descr="Facebook - Entrar o registrarse">
            <a:extLst>
              <a:ext uri="{FF2B5EF4-FFF2-40B4-BE49-F238E27FC236}">
                <a16:creationId xmlns:a16="http://schemas.microsoft.com/office/drawing/2014/main" id="{D47B6A2D-B428-4870-8172-80E7C80ED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382" y="2015732"/>
            <a:ext cx="1049235" cy="104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kedIn - Aplicaciones en Google Play">
            <a:extLst>
              <a:ext uri="{FF2B5EF4-FFF2-40B4-BE49-F238E27FC236}">
                <a16:creationId xmlns:a16="http://schemas.microsoft.com/office/drawing/2014/main" id="{76F426AA-A978-4978-8B51-5EE45C23A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645" y="1984915"/>
            <a:ext cx="1080052" cy="1080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witter - Aplicaciones en Google Play">
            <a:extLst>
              <a:ext uri="{FF2B5EF4-FFF2-40B4-BE49-F238E27FC236}">
                <a16:creationId xmlns:a16="http://schemas.microsoft.com/office/drawing/2014/main" id="{537BBA8A-34DE-4E94-9DC0-721347FDB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382" y="3316357"/>
            <a:ext cx="1049235" cy="1049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gatina Logo Instagram | TeleAdhesivo.com">
            <a:extLst>
              <a:ext uri="{FF2B5EF4-FFF2-40B4-BE49-F238E27FC236}">
                <a16:creationId xmlns:a16="http://schemas.microsoft.com/office/drawing/2014/main" id="{65941DCA-0508-4F77-973E-52115CCEA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877" y="3019339"/>
            <a:ext cx="1572539" cy="157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28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7F45F-090C-459F-AE7A-D9CCB2880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IMAGEN de marca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471944-A267-4C3C-8806-E99197255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255429"/>
            <a:ext cx="9603275" cy="3450613"/>
          </a:xfrm>
        </p:spPr>
        <p:txBody>
          <a:bodyPr>
            <a:normAutofit/>
          </a:bodyPr>
          <a:lstStyle/>
          <a:p>
            <a:r>
              <a:rPr lang="es-ES" sz="1800" b="1" dirty="0">
                <a:solidFill>
                  <a:srgbClr val="000000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P</a:t>
            </a:r>
            <a:r>
              <a:rPr lang="es-ES" sz="1800" b="1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resencia activa en redes sociales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20293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C</a:t>
            </a:r>
            <a:r>
              <a:rPr lang="es-ES" sz="1800" dirty="0">
                <a:solidFill>
                  <a:srgbClr val="2029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ontenidos interesantes para los usuarios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202933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Resolvemos las dudas y consultas de los usuarios</a:t>
            </a:r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r>
              <a:rPr lang="es-ES" sz="1800" b="1" dirty="0">
                <a:solidFill>
                  <a:srgbClr val="000000"/>
                </a:solidFill>
                <a:latin typeface="Open Sans" panose="020B0606030504020204" pitchFamily="34" charset="0"/>
                <a:ea typeface="Calibri" panose="020F0502020204030204" pitchFamily="34" charset="0"/>
              </a:rPr>
              <a:t>C</a:t>
            </a:r>
            <a:r>
              <a:rPr lang="es-ES" sz="1800" b="1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rear lazos de unión más estrechos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Crear clima de confianza con el consumidor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Formar una comunidad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Con esto logramos </a:t>
            </a:r>
            <a:r>
              <a:rPr lang="es-ES" sz="1800" dirty="0">
                <a:solidFill>
                  <a:srgbClr val="000000"/>
                </a:solidFill>
                <a:latin typeface="Open Sans" panose="020B0606030504020204" pitchFamily="34" charset="0"/>
                <a:ea typeface="Calibri" panose="020F0502020204030204" pitchFamily="34" charset="0"/>
              </a:rPr>
              <a:t>la f</a:t>
            </a: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Calibri" panose="020F0502020204030204" pitchFamily="34" charset="0"/>
              </a:rPr>
              <a:t>idelización de los clientes</a:t>
            </a:r>
          </a:p>
          <a:p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830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94DBE0-8ADE-4BCC-BAF4-6C1F56E7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Sna</a:t>
            </a:r>
            <a:r>
              <a:rPr lang="es-ES" dirty="0"/>
              <a:t> (social </a:t>
            </a:r>
            <a:r>
              <a:rPr lang="es-ES" dirty="0" err="1"/>
              <a:t>network</a:t>
            </a:r>
            <a:r>
              <a:rPr lang="es-ES" dirty="0"/>
              <a:t> análisis)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834C6-E2A2-410C-88AB-7D403BDA2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b="1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Segmentación del target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Utilizar algoritmos de detección de comunidades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Información a través de: encuestas, análisis de grafos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identificación de nuevas oportunidades de negocio</a:t>
            </a:r>
          </a:p>
          <a:p>
            <a:r>
              <a:rPr lang="es-ES" sz="1800" b="1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Elegir red social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202933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</a:t>
            </a:r>
            <a:r>
              <a:rPr lang="es-ES" sz="1800" dirty="0">
                <a:solidFill>
                  <a:srgbClr val="202933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daptar contenidos en formato y tono a cada red social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202933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Adecuarnos  a los usuarios de cada red (ejemplo: Burger King)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1800" dirty="0">
              <a:solidFill>
                <a:srgbClr val="000000"/>
              </a:solidFill>
              <a:latin typeface="Open Sans" panose="020B0606030504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61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84DE5-3C14-4D4D-9CAC-8127BEA8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PROMOCIONES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8C7292-5118-4F6F-9EA9-C266A1898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1800" b="1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Repercusión mediática a un coste relativamente bajo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fecto viral hace que las promociones y ofertas se difundan rápidamente</a:t>
            </a:r>
            <a:endParaRPr lang="es-E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Difusión mediante sorteos (utilizando menciones e historias)</a:t>
            </a:r>
          </a:p>
          <a:p>
            <a:pPr>
              <a:buFontTx/>
              <a:buChar char="-"/>
            </a:pPr>
            <a:r>
              <a:rPr lang="es-ES" sz="1800" dirty="0" err="1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Influencers</a:t>
            </a:r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r>
              <a:rPr lang="es-ES" sz="1800" b="1" dirty="0">
                <a:solidFill>
                  <a:srgbClr val="000000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Promociones mediante pago a redes</a:t>
            </a:r>
            <a:endParaRPr lang="es-ES" sz="1800" b="1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Instagram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latin typeface="Open Sans" panose="020B0606030504020204" pitchFamily="34" charset="0"/>
                <a:ea typeface="Times New Roman" panose="02020603050405020304" pitchFamily="18" charset="0"/>
              </a:rPr>
              <a:t>Twitter</a:t>
            </a:r>
          </a:p>
          <a:p>
            <a:pPr>
              <a:buFontTx/>
              <a:buChar char="-"/>
            </a:pPr>
            <a:r>
              <a:rPr lang="es-ES" sz="1800" dirty="0">
                <a:solidFill>
                  <a:srgbClr val="000000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Facebook</a:t>
            </a:r>
          </a:p>
          <a:p>
            <a:pPr>
              <a:buFontTx/>
              <a:buChar char="-"/>
            </a:pPr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Tx/>
              <a:buChar char="-"/>
            </a:pPr>
            <a:endParaRPr lang="es-ES" sz="1800" dirty="0">
              <a:solidFill>
                <a:srgbClr val="000000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92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5E930-361D-4D5D-973E-6897F066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Promociones mediante pago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FDBEA4-AD0E-4756-970A-642FC933D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Instagram:</a:t>
            </a:r>
          </a:p>
          <a:p>
            <a:endParaRPr lang="es-ES" dirty="0"/>
          </a:p>
          <a:p>
            <a:r>
              <a:rPr lang="es-ES" dirty="0"/>
              <a:t>Twitter:</a:t>
            </a:r>
          </a:p>
          <a:p>
            <a:endParaRPr lang="es-ES" dirty="0"/>
          </a:p>
          <a:p>
            <a:endParaRPr lang="es-ES" dirty="0"/>
          </a:p>
          <a:p>
            <a:r>
              <a:rPr lang="es-ES"/>
              <a:t>Facebook: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073154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TM10001114[[fn=Galería]]</Template>
  <TotalTime>66</TotalTime>
  <Words>156</Words>
  <Application>Microsoft Office PowerPoint</Application>
  <PresentationFormat>Panorámica</PresentationFormat>
  <Paragraphs>37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Gill Sans MT</vt:lpstr>
      <vt:lpstr>Open Sans</vt:lpstr>
      <vt:lpstr>Galería</vt:lpstr>
      <vt:lpstr>Presentación de PowerPoint</vt:lpstr>
      <vt:lpstr>PRINCIPALES Redes sociales</vt:lpstr>
      <vt:lpstr>IMAGEN de marca</vt:lpstr>
      <vt:lpstr>Sna (social network análisis)</vt:lpstr>
      <vt:lpstr>PROMOCIONES</vt:lpstr>
      <vt:lpstr>Promociones mediante pago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 Quinteiro</dc:creator>
  <cp:lastModifiedBy>Dani Quinteiro</cp:lastModifiedBy>
  <cp:revision>1</cp:revision>
  <dcterms:created xsi:type="dcterms:W3CDTF">2021-11-06T15:17:35Z</dcterms:created>
  <dcterms:modified xsi:type="dcterms:W3CDTF">2021-11-06T16:24:02Z</dcterms:modified>
</cp:coreProperties>
</file>